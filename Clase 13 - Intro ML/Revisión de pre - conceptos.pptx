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embeddedFontLst>
    <p:embeddedFont>
      <p:font typeface="Urbanist" panose="020B0604020202020204" charset="0"/>
      <p:regular r:id="rId6"/>
      <p:bold r:id="rId7"/>
      <p:italic r:id="rId8"/>
      <p:boldItalic r:id="rId9"/>
    </p:embeddedFont>
    <p:embeddedFont>
      <p:font typeface="Urbanist Medium" panose="020B0604020202020204" charset="0"/>
      <p:regular r:id="rId10"/>
      <p:bold r:id="rId11"/>
      <p:italic r:id="rId12"/>
      <p:boldItalic r:id="rId13"/>
    </p:embeddedFont>
    <p:embeddedFont>
      <p:font typeface="Urbanist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184fbdd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184fbdd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184fbdd34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184fbdd34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l="3133" t="16785" r="7834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6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8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8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9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9" name="Google Shape;149;p20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" name="Google Shape;158;p20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6" name="Google Shape;186;p22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0" name="Google Shape;190;p22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4" name="Google Shape;194;p22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8" name="Google Shape;198;p22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0" t="34" r="25038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7" name="Google Shape;207;p23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19" name="Google Shape;219;p24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25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2" name="Google Shape;232;p25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6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6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2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28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97" name="Google Shape;297;p28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28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9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9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9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5" name="Google Shape;325;p29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29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29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8" name="Google Shape;328;p29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29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35" name="Google Shape;335;p30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8" name="Google Shape;338;p30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9" name="Google Shape;339;p30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40" name="Google Shape;340;p3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6" name="Google Shape;346;p30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8" name="Google Shape;348;p30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9" name="Google Shape;349;p30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1" name="Google Shape;351;p30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2" name="Google Shape;352;p30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3" name="Google Shape;353;p30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4" name="Google Shape;354;p30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30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1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2" name="Google Shape;372;p31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73" name="Google Shape;373;p31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1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6" name="Google Shape;376;p31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7" name="Google Shape;377;p31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4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0" name="Google Shape;410;p4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1" name="Google Shape;411;p4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2" name="Google Shape;412;p4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4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4" name="Google Shape;414;p4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4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4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4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" name="Google Shape;424;p4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4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4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4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4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4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4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4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0" name="Google Shape;440;p4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4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4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8" name="Google Shape;448;p4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3" name="Google Shape;453;p4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5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5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1" name="Google Shape;46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5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3" name="Google Shape;463;p5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4" name="Google Shape;464;p5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284325" y="283100"/>
            <a:ext cx="45177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sabemos de IA?</a:t>
            </a:r>
            <a:endParaRPr dirty="0"/>
          </a:p>
        </p:txBody>
      </p:sp>
      <p:sp>
        <p:nvSpPr>
          <p:cNvPr id="6" name="Google Shape;482;p53">
            <a:extLst>
              <a:ext uri="{FF2B5EF4-FFF2-40B4-BE49-F238E27FC236}">
                <a16:creationId xmlns:a16="http://schemas.microsoft.com/office/drawing/2014/main" id="{943F02B5-533B-EE8D-AFC2-D878593929B3}"/>
              </a:ext>
            </a:extLst>
          </p:cNvPr>
          <p:cNvSpPr txBox="1">
            <a:spLocks/>
          </p:cNvSpPr>
          <p:nvPr/>
        </p:nvSpPr>
        <p:spPr>
          <a:xfrm>
            <a:off x="425286" y="955819"/>
            <a:ext cx="4517700" cy="1505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r>
              <a:rPr lang="es-CO" sz="1800" dirty="0"/>
              <a:t>Teníamos barreras limitantes para los procesos donde necesitábamos un humano para poder continuar. </a:t>
            </a:r>
            <a:br>
              <a:rPr lang="es-CO" sz="1800" dirty="0"/>
            </a:br>
            <a:br>
              <a:rPr lang="es-CO" sz="1800" dirty="0"/>
            </a:br>
            <a:r>
              <a:rPr lang="es-CO" sz="1800" dirty="0"/>
              <a:t>La IA me ayuda a solucionar problemas sin que le especifique el como debe hacerlo</a:t>
            </a:r>
          </a:p>
        </p:txBody>
      </p:sp>
      <p:sp>
        <p:nvSpPr>
          <p:cNvPr id="7" name="Google Shape;482;p53">
            <a:extLst>
              <a:ext uri="{FF2B5EF4-FFF2-40B4-BE49-F238E27FC236}">
                <a16:creationId xmlns:a16="http://schemas.microsoft.com/office/drawing/2014/main" id="{E329E003-E745-54CC-A24C-129A93AF9C4C}"/>
              </a:ext>
            </a:extLst>
          </p:cNvPr>
          <p:cNvSpPr txBox="1">
            <a:spLocks/>
          </p:cNvSpPr>
          <p:nvPr/>
        </p:nvSpPr>
        <p:spPr>
          <a:xfrm>
            <a:off x="494558" y="3511983"/>
            <a:ext cx="4517700" cy="56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r>
              <a:rPr lang="es-CO" sz="1800" dirty="0"/>
              <a:t>Alimentamos la IA con datos previos para que entrene y sepa que hacer a futuro</a:t>
            </a:r>
          </a:p>
        </p:txBody>
      </p:sp>
      <p:sp>
        <p:nvSpPr>
          <p:cNvPr id="8" name="Google Shape;482;p53">
            <a:extLst>
              <a:ext uri="{FF2B5EF4-FFF2-40B4-BE49-F238E27FC236}">
                <a16:creationId xmlns:a16="http://schemas.microsoft.com/office/drawing/2014/main" id="{C811F794-303F-8A7E-569E-7D96EBBE1EA3}"/>
              </a:ext>
            </a:extLst>
          </p:cNvPr>
          <p:cNvSpPr txBox="1">
            <a:spLocks/>
          </p:cNvSpPr>
          <p:nvPr/>
        </p:nvSpPr>
        <p:spPr>
          <a:xfrm>
            <a:off x="6043303" y="602645"/>
            <a:ext cx="2581151" cy="3859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r>
              <a:rPr lang="es-CO" sz="1800" dirty="0"/>
              <a:t>Herramientas de IA:</a:t>
            </a:r>
          </a:p>
          <a:p>
            <a:pPr marL="285750" indent="-285750">
              <a:buFontTx/>
              <a:buChar char="-"/>
            </a:pPr>
            <a:r>
              <a:rPr lang="es-CO" sz="1800" dirty="0"/>
              <a:t>Google -&gt; Gemini</a:t>
            </a:r>
          </a:p>
          <a:p>
            <a:pPr marL="285750" indent="-285750">
              <a:buFontTx/>
              <a:buChar char="-"/>
            </a:pPr>
            <a:r>
              <a:rPr lang="es-CO" sz="1800" dirty="0" err="1"/>
              <a:t>Nanobanana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/>
              <a:t>Flow</a:t>
            </a:r>
          </a:p>
          <a:p>
            <a:pPr marL="285750" indent="-285750">
              <a:buFontTx/>
              <a:buChar char="-"/>
            </a:pPr>
            <a:r>
              <a:rPr lang="es-CO" sz="1800" dirty="0"/>
              <a:t>Open AI -&gt; Chat GPT</a:t>
            </a:r>
          </a:p>
          <a:p>
            <a:pPr marL="285750" indent="-285750">
              <a:buFontTx/>
              <a:buChar char="-"/>
            </a:pPr>
            <a:r>
              <a:rPr lang="es-CO" sz="1800" dirty="0"/>
              <a:t>Microsoft -&gt; </a:t>
            </a:r>
            <a:r>
              <a:rPr lang="es-CO" sz="1800" dirty="0" err="1"/>
              <a:t>Copilot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 err="1"/>
              <a:t>Anthropic</a:t>
            </a:r>
            <a:r>
              <a:rPr lang="es-CO" sz="1800" dirty="0"/>
              <a:t> -&gt; Claude</a:t>
            </a:r>
          </a:p>
          <a:p>
            <a:pPr marL="285750" indent="-285750">
              <a:buFontTx/>
              <a:buChar char="-"/>
            </a:pPr>
            <a:r>
              <a:rPr lang="es-CO" sz="1800" dirty="0" err="1"/>
              <a:t>Deepseek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/>
              <a:t>Banana</a:t>
            </a:r>
          </a:p>
          <a:p>
            <a:pPr marL="285750" indent="-285750">
              <a:buFontTx/>
              <a:buChar char="-"/>
            </a:pPr>
            <a:r>
              <a:rPr lang="es-CO" sz="1800" dirty="0" err="1"/>
              <a:t>Perplexity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 err="1"/>
              <a:t>Fetch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/>
              <a:t>IA leonardo</a:t>
            </a:r>
          </a:p>
          <a:p>
            <a:pPr marL="285750" indent="-285750">
              <a:buFontTx/>
              <a:buChar char="-"/>
            </a:pPr>
            <a:r>
              <a:rPr lang="es-CO" sz="1800" dirty="0"/>
              <a:t>Gamma (Generación de PPT)</a:t>
            </a:r>
          </a:p>
          <a:p>
            <a:pPr marL="285750" indent="-285750">
              <a:buFontTx/>
              <a:buChar char="-"/>
            </a:pPr>
            <a:r>
              <a:rPr lang="es-CO" sz="1800" dirty="0" err="1"/>
              <a:t>Canva</a:t>
            </a:r>
            <a:endParaRPr lang="es-CO" sz="1800" dirty="0"/>
          </a:p>
          <a:p>
            <a:pPr marL="285750" indent="-285750">
              <a:buFontTx/>
              <a:buChar char="-"/>
            </a:pPr>
            <a:r>
              <a:rPr lang="es-CO" sz="1800" dirty="0" err="1"/>
              <a:t>FireBase</a:t>
            </a:r>
            <a:endParaRPr lang="es-CO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"/>
          <p:cNvSpPr txBox="1">
            <a:spLocks noGrp="1"/>
          </p:cNvSpPr>
          <p:nvPr>
            <p:ph type="title"/>
          </p:nvPr>
        </p:nvSpPr>
        <p:spPr>
          <a:xfrm>
            <a:off x="284325" y="310809"/>
            <a:ext cx="3831600" cy="720182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Cómo aprendemos nosotros?</a:t>
            </a:r>
            <a:endParaRPr lang="es-CO" sz="2400" dirty="0"/>
          </a:p>
        </p:txBody>
      </p:sp>
      <p:sp>
        <p:nvSpPr>
          <p:cNvPr id="3" name="Google Shape;493;p54">
            <a:extLst>
              <a:ext uri="{FF2B5EF4-FFF2-40B4-BE49-F238E27FC236}">
                <a16:creationId xmlns:a16="http://schemas.microsoft.com/office/drawing/2014/main" id="{44957EFD-9F1E-5F1C-47FB-E029D1E6704D}"/>
              </a:ext>
            </a:extLst>
          </p:cNvPr>
          <p:cNvSpPr txBox="1">
            <a:spLocks/>
          </p:cNvSpPr>
          <p:nvPr/>
        </p:nvSpPr>
        <p:spPr>
          <a:xfrm>
            <a:off x="336432" y="1121299"/>
            <a:ext cx="3779493" cy="202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342900" indent="-342900">
              <a:buFontTx/>
              <a:buChar char="-"/>
            </a:pPr>
            <a:r>
              <a:rPr lang="es-CO" sz="1600" dirty="0"/>
              <a:t>Ejemplos y Práctica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Repetición – Memoria Muscular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Asociación (Conectando ideas con algo conocido)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Aprendizaje Sensorial (visual - escucha)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Inmersión (Me meto en el contexto para empaparme de información)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</p:txBody>
      </p:sp>
      <p:sp>
        <p:nvSpPr>
          <p:cNvPr id="7" name="Google Shape;493;p54">
            <a:extLst>
              <a:ext uri="{FF2B5EF4-FFF2-40B4-BE49-F238E27FC236}">
                <a16:creationId xmlns:a16="http://schemas.microsoft.com/office/drawing/2014/main" id="{368CAD5E-1A1C-48EA-BFEE-18DE7A6A0D4B}"/>
              </a:ext>
            </a:extLst>
          </p:cNvPr>
          <p:cNvSpPr txBox="1">
            <a:spLocks/>
          </p:cNvSpPr>
          <p:nvPr/>
        </p:nvSpPr>
        <p:spPr>
          <a:xfrm>
            <a:off x="4835543" y="310809"/>
            <a:ext cx="3831600" cy="72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r>
              <a:rPr lang="es-CO" sz="2400" dirty="0"/>
              <a:t>Cómo aprenden los modelos de ML? (IA)</a:t>
            </a:r>
          </a:p>
        </p:txBody>
      </p:sp>
      <p:sp>
        <p:nvSpPr>
          <p:cNvPr id="8" name="Google Shape;493;p54">
            <a:extLst>
              <a:ext uri="{FF2B5EF4-FFF2-40B4-BE49-F238E27FC236}">
                <a16:creationId xmlns:a16="http://schemas.microsoft.com/office/drawing/2014/main" id="{21A59ACC-484B-22CD-2A4E-CDC0CEB8AC17}"/>
              </a:ext>
            </a:extLst>
          </p:cNvPr>
          <p:cNvSpPr txBox="1">
            <a:spLocks/>
          </p:cNvSpPr>
          <p:nvPr/>
        </p:nvSpPr>
        <p:spPr>
          <a:xfrm>
            <a:off x="4672905" y="934263"/>
            <a:ext cx="3779493" cy="412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4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600" b="0" i="0" u="none" strike="noStrike" cap="non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342900" indent="-342900">
              <a:buFontTx/>
              <a:buChar char="-"/>
            </a:pPr>
            <a:r>
              <a:rPr lang="es-CO" sz="1600" dirty="0"/>
              <a:t>Aprendizaje Supervisado: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Podemos predecir una respuesta a través de ejemplos previos. Lo más importante es tener etiquetados los datos</a:t>
            </a:r>
          </a:p>
          <a:p>
            <a:endParaRPr lang="es-CO" sz="1600" dirty="0"/>
          </a:p>
          <a:p>
            <a:pPr marL="342900" indent="-342900">
              <a:buFontTx/>
              <a:buChar char="-"/>
            </a:pPr>
            <a:r>
              <a:rPr lang="es-CO" sz="1600" dirty="0"/>
              <a:t>Aprendizaje no Supervisado: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Aquí no tenemos etiquetas, el enfoque es formar segmentos o grupos de datos de la información actual</a:t>
            </a:r>
          </a:p>
          <a:p>
            <a:r>
              <a:rPr lang="es-CO" sz="1600" dirty="0"/>
              <a:t>__________________________</a:t>
            </a:r>
          </a:p>
          <a:p>
            <a:pPr marL="342900" indent="-342900">
              <a:buFontTx/>
              <a:buChar char="-"/>
            </a:pPr>
            <a:endParaRPr lang="es-CO" sz="1600" dirty="0"/>
          </a:p>
          <a:p>
            <a:pPr marL="342900" indent="-342900">
              <a:buFontTx/>
              <a:buChar char="-"/>
            </a:pPr>
            <a:r>
              <a:rPr lang="es-CO" sz="1600" dirty="0"/>
              <a:t>Aprendizaje por refuerzo: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Muchas repeticiones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Entorno y como interactúo con el entorno</a:t>
            </a:r>
          </a:p>
          <a:p>
            <a:pPr marL="342900" indent="-342900">
              <a:buFontTx/>
              <a:buChar char="-"/>
            </a:pPr>
            <a:r>
              <a:rPr lang="es-CO" sz="1600" dirty="0"/>
              <a:t>Premios y castigos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A56FACF-F9BA-75E0-5CB6-BCDFBF84985F}"/>
              </a:ext>
            </a:extLst>
          </p:cNvPr>
          <p:cNvCxnSpPr/>
          <p:nvPr/>
        </p:nvCxnSpPr>
        <p:spPr>
          <a:xfrm>
            <a:off x="4177145" y="200891"/>
            <a:ext cx="0" cy="42464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193</Words>
  <Application>Microsoft Office PowerPoint</Application>
  <PresentationFormat>Presentación en pantalla (16:9)</PresentationFormat>
  <Paragraphs>36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Urbanist Medium</vt:lpstr>
      <vt:lpstr>Arial</vt:lpstr>
      <vt:lpstr>Urbanist SemiBold</vt:lpstr>
      <vt:lpstr>Urbanist</vt:lpstr>
      <vt:lpstr>Simple Light</vt:lpstr>
      <vt:lpstr>Dark Particles</vt:lpstr>
      <vt:lpstr>Que sabemos de IA?</vt:lpstr>
      <vt:lpstr>Cómo aprendemos nosotros?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Cristian David Sainea Céspedes</cp:lastModifiedBy>
  <cp:revision>3</cp:revision>
  <dcterms:modified xsi:type="dcterms:W3CDTF">2026-08-20T00:45:07Z</dcterms:modified>
</cp:coreProperties>
</file>